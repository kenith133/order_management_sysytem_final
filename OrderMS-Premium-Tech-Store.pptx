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OrderMS — Premium Tech Store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6737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Modern e-commerce web application — responsive design built with HTML5, CSS3 and JavaScript (ES6). Clean, premium UI with glassmorphism panels and an animated gradient background for a refined shopping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4033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20729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OrderMS is an online store for premium tech products. Customers can browse curated items, search, filter by category, add to cart and complete orders — all across desktop, tablet and mobile.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047205"/>
            <a:ext cx="2290465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188964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Core user flows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495476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Discover → Select → Buy — optimised for speed and conversion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047205"/>
            <a:ext cx="2290539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188964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Design focus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495476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Glassmorphism UI, premium iconography, readable typography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459435"/>
            <a:ext cx="4722763" cy="1043657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601194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907706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Lightweight assets, CSS-driven animations, minimal JS for interaction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8914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Objectives &amp; Technologies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397868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761083"/>
            <a:ext cx="2188443" cy="2643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 responsive, accessible e‑commerce website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Improve the shopping experience with intuitive search &amp; filters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a persistent shopping cart and checkout flow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an attractive, interactive premium UI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035201" y="1397868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35201" y="1761083"/>
            <a:ext cx="2188443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HTML5 — semantic markup &amp; accessibility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CSS3 — Grid, Flexbox, variables, glassmorphism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JavaScript (ES6) — UI interactions, cart logic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Font Awesome — premium icons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Google Fonts — refined typography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222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 &amp; Workflow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847130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67223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6523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Search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06637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Browse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5937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30688"/>
            <a:ext cx="8151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Client-side app handles browsing, filtering and cart state. Checkout triggers backend integration (future) for payment and order persistence. Design encourages quick discovery and low-friction checkout.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471"/>
            <a:ext cx="8151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Features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44773"/>
            <a:ext cx="554831" cy="5548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7191" y="1044773"/>
            <a:ext cx="119218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Responsive Navigation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17191" y="1553617"/>
            <a:ext cx="1192188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Adaptive menu with accessible keyboard interactions and mobile drawer.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620" y="1044773"/>
            <a:ext cx="554831" cy="5548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6692" y="1044773"/>
            <a:ext cx="119218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Product Catalog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96692" y="1553617"/>
            <a:ext cx="1192188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Prominent product cards, quick view and SKU-level variation support.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21" y="1044773"/>
            <a:ext cx="554831" cy="5548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76193" y="1044773"/>
            <a:ext cx="119218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Search &amp; Filters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76193" y="1553617"/>
            <a:ext cx="119218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 search, category filters, sort and facet-driven results.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621" y="1044773"/>
            <a:ext cx="554831" cy="5548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5694" y="1044773"/>
            <a:ext cx="1192188" cy="643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Shopping Cart &amp; Checkout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55694" y="1768153"/>
            <a:ext cx="119218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Persistent cart, edit quantities inline, clear checkout funnel.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01255"/>
            <a:ext cx="554831" cy="55483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17191" y="2901255"/>
            <a:ext cx="119218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Order History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217191" y="3410099"/>
            <a:ext cx="119218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account tracks past orders and statuses for easy reorders.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5620" y="2901255"/>
            <a:ext cx="554831" cy="55483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296692" y="2901255"/>
            <a:ext cx="1192188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296692" y="3410099"/>
            <a:ext cx="1192188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sign up / sign in with session management and progressive enhancement.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2810"/>
            <a:ext cx="4722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User Interface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1128564"/>
            <a:ext cx="168808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Design Highlights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476077"/>
            <a:ext cx="1688083" cy="316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Glassmorphism cards with subtle frosted blur and elevated shadows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Animated blue–purple gradient background for brand depth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Modern product cards with clear CTAs and micro-interactions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Mobile-first breakpoints and touch-friendly controls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3976" y="1145232"/>
            <a:ext cx="343272" cy="343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33489" y="1145232"/>
            <a:ext cx="219008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Micro-interactions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033489" y="1492746"/>
            <a:ext cx="219008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Hover, focus and add-to-cart animations that reinforce action feedback.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3976" y="2407741"/>
            <a:ext cx="343272" cy="3432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33489" y="2407741"/>
            <a:ext cx="219008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Trust Signals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033489" y="2755255"/>
            <a:ext cx="2190080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Clear shipping, returns and data privacy cues on product and checkout pages.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3011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Advantages &amp; Roadmap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06822" y="985838"/>
            <a:ext cx="4103191" cy="3644578"/>
          </a:xfrm>
          <a:prstGeom prst="roundRect">
            <a:avLst>
              <a:gd name="adj" fmla="val 4901"/>
            </a:avLst>
          </a:prstGeom>
          <a:solidFill>
            <a:srgbClr val="DFEEE2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094333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396678"/>
            <a:ext cx="3855244" cy="8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Intuitive, premium UX that increases conversion potential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Fast, responsive front-end built with modern web standards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Modular codebase to accelerate future features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Accessible and mobile-first for broad reach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094333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Enhancements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8046" y="1410221"/>
            <a:ext cx="1908051" cy="14948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07621" y="1503238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66308" y="1906339"/>
            <a:ext cx="16315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66308" y="2208684"/>
            <a:ext cx="163152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PCI-compliant processors for live transactions.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4593" y="1410221"/>
            <a:ext cx="1908051" cy="14948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4167" y="1503238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882854" y="1906339"/>
            <a:ext cx="16315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Database &amp; Backend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82854" y="2208684"/>
            <a:ext cx="163152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Persist products, orders and user accounts with an API-driven backend.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8046" y="3013546"/>
            <a:ext cx="1908051" cy="14948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07621" y="3106564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866308" y="3509665"/>
            <a:ext cx="16315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66308" y="3812009"/>
            <a:ext cx="163152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Inventory, orders and analytics for store operators.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44593" y="3013546"/>
            <a:ext cx="1908051" cy="14948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24167" y="3106564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882854" y="3509665"/>
            <a:ext cx="163152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Personalisation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882854" y="3812009"/>
            <a:ext cx="163152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Wishlist, reviews and AI-driven recommendations to boost AOV.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7138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 &amp; Next Steps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038350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OrderMS delivers a polished, responsive foundation for a premium tech storefront — focused on discoverability, conversion and delightful UI.       Next steps: integrate payments and persistent backend, build admin tools, and iterate with user testing.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05076"/>
            <a:ext cx="4722763" cy="566961"/>
          </a:xfrm>
          <a:prstGeom prst="roundRect">
            <a:avLst>
              <a:gd name="adj" fmla="val 22504"/>
            </a:avLst>
          </a:prstGeom>
          <a:solidFill>
            <a:srgbClr val="DDEEE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305845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282255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Thank you — Questions &amp; Answers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2026-07-17T04:08:27Z</dcterms:created>
  <dcterms:modified xsi:type="dcterms:W3CDTF">2026-07-17T04:08:27Z</dcterms:modified>
</cp:coreProperties>
</file>